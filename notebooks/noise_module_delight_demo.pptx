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 noise-trace simulator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DELight's MMC readout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MMC noise budget to synthetic DAQ records — and what the model does not contain yet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Dowling Wong · KIT ETP · noise_module 0.3.1 · September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42062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4206240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420624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simulate the noise, and what the package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noise. Every reconstruction, trigger and ML study needs baselines with a known truth.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DELight's threshold goal (20 eV → &lt; 10 eV) is a statement about the noise-weighted amplitude estimator on ~ms MMC pulses.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baselines are scarce, drift, and carry no ground truth; a simulator gives unlimited records with the noise PSD, pulses, and every stressor known exactly.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turns a noise budget (four physical terms) into stationary Gaussian records with an exact discrete convention, then layers non-stationarity, artefacts and multichannel coupling — every stage validated by statistical gates, every run reproducible from a seed.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 validated trace synthesiser. What it is not yet: a full detector noise model (slide 13).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64592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682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budget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938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· SQUID · TD · Er  (ASD, µΦ₀/√Hz, 1 Hz–30 MHz)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823960" y="2231136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41401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450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composite PSD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06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+ PowerLaw + RollOff + PowerLaw, fitted in log-PSD space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23960" y="2999232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18211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rFFT-grid PSD on the DAQ grid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74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band-limited resampling (readout bandwidth stated explicitly)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23960" y="3767328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95020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DEEE6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Gaussian records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242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E|X_k|² = f_s N P_k / 2 · circular complex Gaussian bins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23960" y="4535424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71830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Stressors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010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/ drift · lines · glitches · pile-up · non-Gaussian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5303520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54864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522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Multichannel coupling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779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S(f) = L(f) L(f)ᴴ from low-rank factors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23960" y="6071616"/>
            <a:ext cx="182880" cy="164592"/>
          </a:xfrm>
          <a:prstGeom prst="downArrow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625449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6291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 + optimal filter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6547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PSD, Gaussianity, whitening, CSD, coherence · σ_A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MMC noise budget, referred to flux at the SQUID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Paramagnetic Ag:Er sensor on a wafer absorber · meander pickup · dc-SQUID · T ≈ 15–20 mK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7373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— thermodynamic energy fluctuations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exchanged between spins, electrons and bath through the thermal links. Two-body model (Fleischmann–Enss–Seidel):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S_E(f) = k_B C_Z T² [ α₀·4τ₀/(1+ω²τ₀²) + α₁·4τ₁/(1+ω²τ₁²)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fundamental resolution: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ΔE_FWHM ≈ 2.35 √(4 k_B C_e T²) · (τ₀/τ₁)^¼ · [β(1−β)]^−¼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used here: the τ₁ term only, τ₁ = 1 ms (f_c = 159 Hz).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78308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7373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— magnetic Johnson noise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9456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currents in the metallic sensor/absorber couple flux into the pickup: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√S_Φ ≈ µ₀ √(C_m σ k_B T 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up to the skin-depth corner (well above the DAQ band). Small for a thin Ag:Er film at 15 mK; superconducting Al collectors do not contribute.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14800"/>
            <a:ext cx="292608" cy="29260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69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— spin 1/f noise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2628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fluctuations of the Er³⁺ moments, ≈ 0.1 µ_B²/Hz per ion, essentially temperature-independent.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S_Φ ∝ f^−ξ, ξ ≈ 0.9 in the budget (a 2023 direct measurement gives ≈ 1.0).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number of Er ions, i.e. with sensor volume and concentration.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11480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4069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 — readout flux noise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52628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floor + 1/f: S_Φ = S₀ + A/f, knee ≈ 100 Hz.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0.30 µΦ₀/√Hz floor, 3.0 µΦ₀/√Hz at 1 Hz — the level of a two-stage dc-SQUID (ECHo-class).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budget: second-stage / room-temperature amplifier terms, FLL bandwidth, µMUX demodulation noise.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 budget and its parametric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.dat files, 16 384 log-spaced points, 1 Hz – 30 MHz, one-sided ASD in µΦ₀/√Hz · fitted in log-PSD space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391363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45920"/>
          <a:ext cx="4434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(PSD)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3.03×10⁻³ µΦ₀²/Hz  (ASD 0.055)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+ A/f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= 0.090, A = 9.0  (knee 100 Hz)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/ [1+(f/f_c)²]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= 0.060, f_c = 159 Hz  (τ = 1.0 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f^α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= 0.544, α = −0.90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2-pole pulse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τ_in = 5 µs, τ_t = 1 ms (A_n = A_t)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23760" y="388620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06640" y="40233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quality: the composite reproduces total_noise.dat to a max fractional deviation of 2×10⁻¹⁶ — the file was generated from the same closed forms, so the model is exact, not approximate.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the budget is the collaboration's ("the professor's plot"); the fit, synthesis and validation stack is the package's. The two live in separate directories on purpose.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PSD to time series: an exact discrete convention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PAPER_CONVENTION.md is the contract; the code is checked against it by statistical gates, not by inspection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density P_k at rFFT bin k, NumPy's unnormalised rfft/irfft: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E|X_k|² = ½ f_s N P_k      (0 &lt; k &lt; N/2)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E|X_k|² = f_s N P_k         (k = 0, N/2)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X_k = √(E|X_k|²) · (ξ₁ + iξ₂)/√2,  ξ ~ N(0,1)   interior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X_k = √(E|X_k|²) · ξ                                  endpoints, real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⇒  Var[x_t] = Σ_k P_k Δf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moduli, not constant-modulus random phases: the old sampler gave the right mean PSD but identical per-bin power in every record, so χ² and KS residual tests were degenerate.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process is periodic (circulant covariance) with DC forced to zero: no sub-Δf content, no baseline offset or slope. Exact finite Toeplitz sampling is a separate API (circulant embedding, dense fallback).</a:t>
            </a:r>
            <a:endParaRPr lang="en-US" sz="1150" dirty="0"/>
          </a:p>
        </p:txBody>
      </p:sp>
      <p:pic>
        <p:nvPicPr>
          <p:cNvPr id="6" name="Image 0" descr="/tmp/claude-0/-home-claude/bafb3ccb-3bbd-572e-bbf2-7aa57859deef/scratchpad/slides/figs/wel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600200"/>
            <a:ext cx="5943600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ASD ratio, simulated / target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0.03 %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Σ P_k Δf (32 records)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(0.3.1)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not plausible: the acceptance gates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validate_stationary_gaussian on the Al₂O₃ preset, 128 records × 8192 samples · tolerances widen with ensemble size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9144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variance equals Σ P_k Δf within confidence allowance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periodogram matches target density (≤ 15 % mean relative error)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fourier_real_normality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X_k / σ_k is N(0,1)  (KS)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fourier_imag_normality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X_k / σ_k is N(0,1)  (KS)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time_marginal_normality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time sample per record is Gaussian  (KS)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periodogram_exponential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|X_k|² / E|X_k|² is Exponential(1)  (KS)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fourier_skewness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Fourier parts: |skew| ≤ 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fourier_excess_kurtosis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Fourier parts: |excess kurtosis| ≤ 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whitened_lag1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whitened series: lag-1 autocorrelation ≈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dc_real_constraint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coefficient is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nyquist_real_constraint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Nyquist coefficient is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bin distribution (n/a: DC forced to zero)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6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nyquist_distribution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Nyquist bin is Gaussian with full endpoint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54480"/>
            <a:ext cx="3337560" cy="4023360"/>
          </a:xfrm>
          <a:prstGeom prst="roundRect">
            <a:avLst>
              <a:gd name="adj" fmla="val 2192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6916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 collaboration tool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that only matches the mean PSD can still feed wrong residual statistics into a χ² cut, an OF goodness-of-fit, or an ML training set.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gates are the definition of "correct" for the synthesiser, and they run in CI (pytest, 108 tests).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while preparing this demo: the whitening step divided the zero-power DC bin by a 1e-30 floor; on a spectrum in absolute µΦ₀² units the round-off blew up and the lag-1 gate failed. Fixed in 0.3.1 — the gate now passes.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template and optimal filter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estimator the threshold depends on, run on records where the truth is known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of_re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2898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554480"/>
            <a:ext cx="3337560" cy="4023360"/>
          </a:xfrm>
          <a:prstGeom prst="roundRect">
            <a:avLst>
              <a:gd name="adj" fmla="val 2192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6916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(Probst / Cait pulse_template_2):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p(t) = A_n(e^{−t/τ_n} − e^{−t/τ_in}) + A_t(e^{−t/τ_t} − e^{−t/τ_n})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from |signal.dat|: τ_in = 5 µs, τ_t = 1 ms. Magnitude only ⇒ t₀ and τ_n are unidentifiable and documented as such.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Gaussian-ML amplitude: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Â = Σ_k Re(S_k* X_k)/P_k  ÷  Σ_k |S_k|²/P_k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resolution (new in 0.3.1, with the rFFT-power convention and interior bins counted twice):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σ_A⁻² = Σ_{all bins} |S_k|² / E|X_k|²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check: RMS residual over 24 injected pulses = 1.09 σ_A.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stay in flux; eV needs ∂Φ/∂E, which the budget does not contain.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σ_A = 6.73 template units, where a unit pulse peaks at 1.95 µΦ₀ — a 40 σ event is invisible in the 500 kHz raw record and cleanly recovered by the filter.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resolution comes from — and which term limits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Σ|S_k|²/P_k is a map of the optimal filter's information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of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669280" cy="3721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 Hz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of the information below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kHz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below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kHz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99 % below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08960"/>
          <a:ext cx="5120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one 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σ_A / σ_A(all)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(thermodynamic)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1/f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92240" y="48463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75120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budget the detector is readout-limited: without the SQUID term σ_A improves ×3.3; without the thermodynamic term only 5 %. Everything above ~20 kHz matters only through aliasing — which is the next slide.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readout-bandwidth decision (fixed in 0.3.1)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 30 MHz budget onto a 1 MHz DAQ grid encodes a physical assumption about the readout chain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band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309360" cy="3858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σ_A, band-limited readout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σ_A, 2 MHz readout bandwidth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4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5.69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σ_A, fold everything (old default)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01752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1546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SQUID+Johnson floor (≈ 0.093 µΦ₀²/Hz) extends to 30 MHz in the budget. Folding all of it into 0–500 kHz adds ≈ 60 aliases: in-band PSD ×60, baseline σ ×5.7.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MMC readouts are band-limited before sampling: a flux-locked-loop SQUID has a few MHz, fast digitisers decimate (DELight X-ray DAQ: 125 MHz → 256 ns bins), ECHo uses a ~100 kHz analogue anti-alias filter.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0.3.1: folding is opt-in (--alias-fold), the readout bandwidth is an explicit parameter (--anti-alias-cutoff-hz), and the artefact records the assumption it was built with.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for the DAQ group: what is the effective bandwidth before decimation?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stationary: level drift, lines, glitches, pile-up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DELight records are not stationary — the prototype paper discarded 26 % of events for bath-temperature drift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stres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6424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754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97680" y="4754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4754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8463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&amp; drift — TemporalNoiseWrapper: piecewise power ratios with crossfade, spline/low-pass/random-walk drift, variance envelopes; shared vs private across channels.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48463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transients — ArtifactInjector: deterministic mains harmonics, Poisson/inhomogeneous/Hawkes transients with four templates, amplitude in raw / baseline-RMS / local-RMS units, exact component bookkeeping.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463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0.3.1: the level wrapper scaled noise_power, which absolute-unit spectra ignore, while reporting the scaled value. It now scales the correct knob (psd_scale) and reports level_scale — the plot above is real, not metadata.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Multichannel synthesis with a physical cross-spectrum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noise between MMC channels is low-frequency and line-like, not white</a:t>
            </a:r>
            <a:endParaRPr lang="en-US" sz="1400" dirty="0"/>
          </a:p>
        </p:txBody>
      </p:sp>
      <p:pic>
        <p:nvPicPr>
          <p:cNvPr id="4" name="Image 0" descr="/tmp/claude-0/-home-claude/bafb3ccb-3bbd-572e-bbf2-7aa57859deef/scratchpad/slides/figs/coh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309360" cy="3685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554480"/>
            <a:ext cx="4526280" cy="4023360"/>
          </a:xfrm>
          <a:prstGeom prst="roundRect">
            <a:avLst>
              <a:gd name="adj" fmla="val 1818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6916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 each sensor: SQUID, Johnson, Er, TD.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all: bath temperature (≪ 1 Hz), pulse-tube microphonics (1.4 Hz + harmonics), mains, shared readout electronics (µMUX crosstalk &lt; 1 %).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object is a frequency-dependent CSD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S(f) = L(f) L(f)ᴴ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directly from low-rank factors — never materialising the dense (F × C × C) matrix. DC/Nyquist factors are forced real; PSD-cone-preserving interpolation when the CSD is on another grid.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4 channels, private four-term budget + one shared Lorentzian (bath/microphonics stand-in) + a shared 50 Hz line, per-channel coupling gains. Realised coherence follows the target; broadband time-domain correlation is 0.03, the &lt; 100 Hz band is 0.97.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generic shared_private / lowrank presets give flat coherence — fine for stress tests, not a detector model. A DELight coupling preset is an afternoon's work.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what makes it a tool rather than a script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four defects closed in 0.3.1 while preparing this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Strict, versioned configuration schema (v3) with migrations; unknown fields are errors, not surprises.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documented unit convention (PAPER_CONVENTION.md + machine-readable JSON); PSD density, rFFT power and covariance kept distinct.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seed/rng are mutually exclusive, every wrapper spawns child streams; identical inputs give identical records.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records what was actually applied — level scale, component powers, readout-bandwidth assumption, regularisation of CSDs.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validation gates (power, PSD, Gaussianity, whitening, CSD magnitude/phase/coherence, artefact bookkeeping).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reference preset + adjustable layers; input budget (collaboration) and synthesis stack (package) in separate directories.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tests; standalone installable package; NumPy + SciPy only.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in 0.3.1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574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build_optimal_filter() crashed on the default grid because the generated PSD artefact is git-ignored and was absent → analytic fallback with a warning; artefact regenerated; tested on the default grid.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Alias-folding of the 30 MHz budget was the script default (σ ×5.7) → opt-in, explicit readout-bandwidth parameter, assumption recorded in metadata.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noise_power was a silent no-op for absolute-unit spectra while wrappers reported the scaled value → rejected at config time; psd_scale is the level knob; wrappers scale and report the right one.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whitening divided the zero-power DC bin by a 1e-30 floor → whitening restricted to supported bins; the lag-1 gate passes.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OptimalFilter.amplitude_resolution — σ_A in physical units, verified against empirical scatter.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model yet — questions for the collaboration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impact on DELight's large-area wafer detectors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Bath-temperature fluctuations as a physical process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84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to gain (∂Φ/∂E), correlated across channels, calibrated to ΔT/T ≈ 6×10⁻⁴ and the 0.04 % gain drift of the prototype. Today: a generic level/drift model.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71907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67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Pile-up as a first-class injector template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084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rate and energy spectrum (muons through 40 cm² × 300 µm Si ≈ 0.7 Hz at ~100 keV, calibration sources); He-atom adsorption heat load on the above-liquid wafers.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81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chain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021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FLL bandwidth, second-stage/array SQUID and room-temperature amplifier terms; µMUX flux-ramp demodulation noise (0.7 → 1.4 µΦ₀/√Hz) and its aliasing; crosstalk.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081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τ₀ (spin–electron) thermodynamic term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5021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has one Lorentzian; the two-body model has two. Legitimately negligible for large β — but it should be a stated assumption. Who produced the .dat files?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553712"/>
            <a:ext cx="384048" cy="38404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498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Digitiser and calibration constants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9194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quantisation, decimation-filter response; µΦ₀ → ADC → eV is not carried in any config.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43891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4553712"/>
            <a:ext cx="384048" cy="384048"/>
          </a:xfrm>
          <a:prstGeom prst="ellipse">
            <a:avLst/>
          </a:prstGeom>
          <a:solidFill>
            <a:srgbClr val="13233F"/>
          </a:solidFill>
          <a:ln w="12700">
            <a:solidFill>
              <a:srgbClr val="1323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498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Athermal / position-dependent pulse shapes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9194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Phonon-collector wafers give a two-component, position-dependent pulse (Si/Ge + film MMCs: τ_a ≈ 0.16 ms). A signal-model issue, invisible to a single signal.dat.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a flaw in the synthesiser: they are inputs the collaboration has and the simulator does not yet carry.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Fleischmann, C. Enss, G. M. Seidel, Metallic magnetic calorimeters, in Cryogenic Particle Detection (C. Enss, ed.), Springer 2005, doi:10.1007/10933596_4 — two-body thermodynamic noise model, resolution formula.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Kempf, A. Fleischmann, L. Gastaldo, C. Enss, Physics and applications of metallic magnetic calorimeters, J. Low Temp. Phys. 193, 365 (2018), doi:10.1007/s10909-018-1891-6.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McCammon, Thermal equilibrium calorimeters — an introduction, in Cryogenic Particle Detection, Springer 2005, doi:10.1007/10933596_1.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von Krosigk et al., DELight: a direct search experiment for light dark matter with superfluid helium, SciPost Phys. Proc. 12, 016 (2023), doi:10.21468/SciPostPhysProc.12.016.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collaboration, MMC-based detector with 1.25 eV FWHM at 5.9 keV, arXiv:2310.08512; bath-temperature drift and event selection, arXiv:2310.08698; status and LAMCAL design, arXiv:2209.10950, arXiv:2512.15278.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spin 1/f noise: direct measurement with a noise-o-meter, arXiv:2303.15257. Lausberg, KIP Heidelberg thesis (magnetic Johnson noise, readout noise terms).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two-stage SQUID readout and DAQ (100 kHz anti-alias filter), arXiv:2102.11100. µMUX readout noise and crosstalk, arXiv:2509.07671, arXiv:2211.07127.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Si/Ge wafer + Au-film MMC light detectors, athermal/thermal pulse components, J. Low Temp. Phys. 2023, doi:10.1007/s10909-023-02962-6. Pulse-tube and microseismic lines in mK calorimeters, Eur. Phys. J. C 84 (2024), doi:10.1140/epjc/s10052-024-13065-1.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Probst et al., two-exponential pulse model (1995), as implemented in Cait, arXiv:2207.02187; QETpy optimal-filter convention, github.com/spice-herald/QETpy.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documents: PAPER_CONVENTION.md, CONFIGURATION.md, AL2O3_AL_ATHERMAL_PLAN.md, CHANGELOG.md (0.3.1); demo notebook notebooks/noise_module_tutorial.ipynb.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noise_module 0.3.1 · DELight demo ·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validated noise-trace simulator for DELight MMC readout</dc:title>
  <dc:subject>PptxGenJS Presentation</dc:subject>
  <dc:creator>Dowling Wong</dc:creator>
  <cp:lastModifiedBy>Dowling Wong</cp:lastModifiedBy>
  <cp:revision>1</cp:revision>
  <dcterms:created xsi:type="dcterms:W3CDTF">2026-09-12T22:53:08Z</dcterms:created>
  <dcterms:modified xsi:type="dcterms:W3CDTF">2026-09-12T22:53:08Z</dcterms:modified>
</cp:coreProperties>
</file>